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61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185886-449A-2EC4-39F9-742A1454A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9F43008-DC6C-62CC-00ED-AA00D98D4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68746B-5063-79A2-A1E9-5D0E4F21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802309-C8E0-6DB4-BABF-31481BC2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699E71-7B5A-DE42-84EF-2BF45087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721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60F5BB-C54B-3E3D-0171-BF4E1DEC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2489AB-3AB1-5FE7-A532-3C43BC8EE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850F72-AA02-4AB3-9AC6-9859C6FE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0CCAE-E386-F9E3-78ED-3A1CEA2B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C1AD21-D685-C672-D650-4C44878F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045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E249F-1F29-A720-178F-F73EAEB3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983D07-9739-37DD-B763-FA61982A4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8BE458-2EED-DF06-ACD1-6867B6E25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841D7F-FB8C-F6DD-56D8-9B49921A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E18AC7-7A70-6286-E81C-91C06BB1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43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C7A50-FB21-FBFF-5584-08C31C5D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265640-AD13-3492-BB38-727A93C28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D3F5CE-B665-44EB-2870-9B1D2913B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44EDE2-8364-7584-0707-949F409B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4804B4-339E-3F29-6A0A-305CC99D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09B448-8C1C-F8DC-590B-31D7C3BE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93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CF58E9-0E31-74B1-8B2F-AED86188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015F68-7DD8-4AAA-3BBC-F3992613B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A43386-9F8B-826A-C83B-ADA066CC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724345-56E4-7DC3-68F0-9BFFC09FA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F96BA30-DAD9-38CF-6186-E2B479F79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CB1EB7-F74B-B102-9783-5D820B72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175712-11C0-A345-FAB3-D8FB7C3F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41F740-D1DA-F467-84F5-F79F04E6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73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126DB1-B96D-4DAC-C8D8-76CBCD2C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B6F4D3-F608-D5EF-4276-7C3049A25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E9D9CC7-930D-5C7B-F20E-189A2D2D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33B431-CBA3-A7C5-FDC2-10F40FED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3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B34663D-5008-91BB-662D-9C2CC3F4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473265-53FD-0883-30C0-FFD85E3F6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C1AD62-30D5-FBF5-2707-3BBC9D85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67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E4E50-DB6F-A6EF-2B20-AE3644842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F3C00B-B60C-B407-27E5-C57597615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3D047D-8B95-9E7A-BB2B-79C0A8C3B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9F03D6-C5A6-C235-5201-B40906DB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7C1982-E23D-B9D6-06B6-7BE519DF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337284-1AD3-C8BE-FAEF-0C6EED68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95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F3705-29C3-336F-3722-9B0BE29B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05A4E0B-2B97-2976-9E22-D6969AC82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DE85B6-EA8B-A054-4D3E-7E9BEA52A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ADD193-ED6C-8E1B-6188-7594A9F0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56F1BD-CBE8-C787-5AE1-B6C45900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F32425-D5E7-1C83-14DD-F9E186004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62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0697C6-F0B1-6B7D-5E0B-D5380CC9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1B7AE0-3A23-494E-EB34-940E97B7D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4C2D83-8DF7-D8CC-FA24-94736949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9515DE-13CB-05F6-61D1-231572ED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3D8FB-38B4-FBC4-A7BD-BF1DF088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26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539BDF-A5C6-650E-4914-8721289D5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F31AF1-39AC-B487-3691-78AF9EF3C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E0E319-00C7-26C4-F101-3453F7D19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944626-A415-2EB7-164C-2F950C8D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12E11-C53F-F887-9BA0-359F10E84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53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A674C7-782F-6AF9-4413-C0EE64EF6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BDF3CC-F993-E137-391C-40B2927E5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AE5493-E0A1-09FD-56B9-EE967B2C9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4AB3B-57D4-4791-8159-539A69EF0336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B187C9-DA91-0A82-7C5D-B2515AC48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79108E-2FA8-5F79-0361-109392F52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75B1A-C32E-4591-86E2-0F262246DD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51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D52708E-F7C0-375D-77BB-AF9F9879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788" y="1268469"/>
            <a:ext cx="6914316" cy="502718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33C786-D820-67A9-B093-11F75D16AA65}"/>
              </a:ext>
            </a:extLst>
          </p:cNvPr>
          <p:cNvSpPr txBox="1"/>
          <p:nvPr/>
        </p:nvSpPr>
        <p:spPr>
          <a:xfrm>
            <a:off x="2319788" y="86434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表</a:t>
            </a:r>
            <a:r>
              <a:rPr kumimoji="1" lang="en-US" altLang="ja-JP" b="1" dirty="0"/>
              <a:t>1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16858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h.ikeshita</dc:creator>
  <cp:lastModifiedBy>h.ikeshita</cp:lastModifiedBy>
  <cp:revision>1</cp:revision>
  <dcterms:created xsi:type="dcterms:W3CDTF">2026-03-26T15:07:36Z</dcterms:created>
  <dcterms:modified xsi:type="dcterms:W3CDTF">2026-03-26T15:24:14Z</dcterms:modified>
</cp:coreProperties>
</file>