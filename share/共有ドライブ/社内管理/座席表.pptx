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555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5669749-6EE5-3FF4-5139-B64779314D00}"/>
              </a:ext>
            </a:extLst>
          </p:cNvPr>
          <p:cNvSpPr/>
          <p:nvPr/>
        </p:nvSpPr>
        <p:spPr>
          <a:xfrm>
            <a:off x="13995400" y="3276600"/>
            <a:ext cx="13716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FB174D2-008F-7DF6-9FB5-CD2EC9FCA71F}"/>
              </a:ext>
            </a:extLst>
          </p:cNvPr>
          <p:cNvSpPr/>
          <p:nvPr/>
        </p:nvSpPr>
        <p:spPr>
          <a:xfrm>
            <a:off x="14528800" y="3505200"/>
            <a:ext cx="152400" cy="83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h.ikeshita</dc:creator>
  <cp:lastModifiedBy>h.ikeshita</cp:lastModifiedBy>
  <cp:revision>3</cp:revision>
  <dcterms:created xsi:type="dcterms:W3CDTF">2006-08-16T00:00:00Z</dcterms:created>
  <dcterms:modified xsi:type="dcterms:W3CDTF">2026-04-01T08:47:26Z</dcterms:modified>
</cp:coreProperties>
</file>